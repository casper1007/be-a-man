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5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026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4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04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4579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12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37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70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09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09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2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38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83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80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0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55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31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70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11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04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36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664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27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43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189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872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328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719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65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484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6778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369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76863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013928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062249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7302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2117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71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574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81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2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14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566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932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978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036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12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624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1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65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2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A265F-305C-FEB3-B688-BB4CF8A80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Being a Passport Bro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0542A-663F-559C-6AA2-DA68C3197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</a:rPr>
              <a:t>Got the Skills, Got the Career, Got My Passport, Got My Plane Ticket… All To Get My PEACE.</a:t>
            </a:r>
          </a:p>
        </p:txBody>
      </p:sp>
      <p:pic>
        <p:nvPicPr>
          <p:cNvPr id="5" name="Picture Placeholder 4" descr="A city with a plane flying over it&#10;&#10;AI-generated content may be incorrect.">
            <a:extLst>
              <a:ext uri="{FF2B5EF4-FFF2-40B4-BE49-F238E27FC236}">
                <a16:creationId xmlns:a16="http://schemas.microsoft.com/office/drawing/2014/main" id="{C6D942B0-5558-1216-99BB-21D966B30D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75" b="12975"/>
          <a:stretch>
            <a:fillRect/>
          </a:stretch>
        </p:blipFill>
        <p:spPr>
          <a:xfrm>
            <a:off x="342900" y="342900"/>
            <a:ext cx="11506200" cy="4792663"/>
          </a:xfrm>
        </p:spPr>
      </p:pic>
    </p:spTree>
    <p:extLst>
      <p:ext uri="{BB962C8B-B14F-4D97-AF65-F5344CB8AC3E}">
        <p14:creationId xmlns:p14="http://schemas.microsoft.com/office/powerpoint/2010/main" val="119249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A724-50A7-8595-2850-88BDD184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768798"/>
            <a:ext cx="10652760" cy="48393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C000"/>
                </a:solidFill>
                <a:latin typeface="Algerian" panose="04020705040A02060702" pitchFamily="82" charset="0"/>
              </a:rPr>
              <a:t>Beautiful, Professional Colombians</a:t>
            </a:r>
          </a:p>
        </p:txBody>
      </p:sp>
      <p:pic>
        <p:nvPicPr>
          <p:cNvPr id="5" name="Content Placeholder 4" descr="Two women sitting at a table with coffee cups">
            <a:extLst>
              <a:ext uri="{FF2B5EF4-FFF2-40B4-BE49-F238E27FC236}">
                <a16:creationId xmlns:a16="http://schemas.microsoft.com/office/drawing/2014/main" id="{D5676C3D-E4BC-2F20-A04E-1C7C1D04F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308" y="1282811"/>
            <a:ext cx="4989680" cy="3326453"/>
          </a:xfrm>
        </p:spPr>
      </p:pic>
      <p:pic>
        <p:nvPicPr>
          <p:cNvPr id="7" name="Picture 6" descr="Two women sitting at a table">
            <a:extLst>
              <a:ext uri="{FF2B5EF4-FFF2-40B4-BE49-F238E27FC236}">
                <a16:creationId xmlns:a16="http://schemas.microsoft.com/office/drawing/2014/main" id="{1C636FAE-3211-C204-2B4C-84736E8C0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282811"/>
            <a:ext cx="2835378" cy="1890252"/>
          </a:xfrm>
          <a:prstGeom prst="rect">
            <a:avLst/>
          </a:prstGeom>
        </p:spPr>
      </p:pic>
      <p:pic>
        <p:nvPicPr>
          <p:cNvPr id="9" name="Picture 8" descr="Two women sitting at a table&#10;&#10;AI-generated content may be incorrect.">
            <a:extLst>
              <a:ext uri="{FF2B5EF4-FFF2-40B4-BE49-F238E27FC236}">
                <a16:creationId xmlns:a16="http://schemas.microsoft.com/office/drawing/2014/main" id="{3AA0622D-F4BC-EFF6-F7C9-6EF59F5708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142" y="1252728"/>
            <a:ext cx="2880350" cy="1920233"/>
          </a:xfrm>
          <a:prstGeom prst="rect">
            <a:avLst/>
          </a:prstGeom>
        </p:spPr>
      </p:pic>
      <p:pic>
        <p:nvPicPr>
          <p:cNvPr id="11" name="Picture 10" descr="Two women sitting at a table with coffee cups&#10;&#10;AI-generated content may be incorrect.">
            <a:extLst>
              <a:ext uri="{FF2B5EF4-FFF2-40B4-BE49-F238E27FC236}">
                <a16:creationId xmlns:a16="http://schemas.microsoft.com/office/drawing/2014/main" id="{93C37F09-63E4-F7E6-A3AC-EE8329DE42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143" y="3172961"/>
            <a:ext cx="2880349" cy="1920233"/>
          </a:xfrm>
          <a:prstGeom prst="rect">
            <a:avLst/>
          </a:prstGeom>
        </p:spPr>
      </p:pic>
      <p:pic>
        <p:nvPicPr>
          <p:cNvPr id="13" name="Picture 12" descr="Two women sitting at a table&#10;&#10;AI-generated content may be incorrect.">
            <a:extLst>
              <a:ext uri="{FF2B5EF4-FFF2-40B4-BE49-F238E27FC236}">
                <a16:creationId xmlns:a16="http://schemas.microsoft.com/office/drawing/2014/main" id="{9A1E266D-D4B4-6E3A-2FC4-5B4AD7D8A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7" y="3170608"/>
            <a:ext cx="2831541" cy="1887694"/>
          </a:xfrm>
          <a:prstGeom prst="rect">
            <a:avLst/>
          </a:prstGeom>
        </p:spPr>
      </p:pic>
      <p:pic>
        <p:nvPicPr>
          <p:cNvPr id="15" name="Picture 14" descr="A group of women in pink and green jackets&#10;&#10;AI-generated content may be incorrect.">
            <a:extLst>
              <a:ext uri="{FF2B5EF4-FFF2-40B4-BE49-F238E27FC236}">
                <a16:creationId xmlns:a16="http://schemas.microsoft.com/office/drawing/2014/main" id="{FAC7B87F-BD43-AEDA-D6F7-2C5D2422FA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263" y="4639347"/>
            <a:ext cx="3758924" cy="192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10620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Algerian</vt:lpstr>
      <vt:lpstr>Arial</vt:lpstr>
      <vt:lpstr>Neue Haas Grotesk Text Pro</vt:lpstr>
      <vt:lpstr>Dune</vt:lpstr>
      <vt:lpstr>Being a Passport Bro</vt:lpstr>
      <vt:lpstr>Beautiful, Professional Colombians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chris brown</cp:lastModifiedBy>
  <cp:revision>1</cp:revision>
  <dcterms:created xsi:type="dcterms:W3CDTF">2025-11-08T23:35:18Z</dcterms:created>
  <dcterms:modified xsi:type="dcterms:W3CDTF">2025-11-09T00:42:55Z</dcterms:modified>
</cp:coreProperties>
</file>